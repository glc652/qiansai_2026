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03" autoAdjust="0"/>
  </p:normalViewPr>
  <p:slideViewPr>
    <p:cSldViewPr snapToGrid="0">
      <p:cViewPr varScale="1">
        <p:scale>
          <a:sx n="104" d="100"/>
          <a:sy n="104" d="100"/>
        </p:scale>
        <p:origin x="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4618D-EBC1-4DDE-BC6C-232DB43BAEDB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2EF22-1D3D-45AC-822E-ADDE2CD71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51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2EF22-1D3D-45AC-822E-ADDE2CD713A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984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80553-DDD0-A773-58B0-A8450ACE0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47AAD8-6E63-E1DD-01F3-0F49CC0B2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91021B-BDC4-43E9-1DA8-811E4879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D5502-26CD-25BD-505C-8CD64838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6650EE-67F3-1790-21A6-115E0665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18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92EAB-BD71-1801-F922-2C2C5D60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410D4-48A5-0AF0-A626-418B94DF2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2AE702-F0C6-E8F8-1529-893537E91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6B12A3-B6EF-1E71-F114-0A679E2B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B22F9D-F65A-9A93-945D-81DE871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71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FC142-07C7-EC8D-D50F-EC5468E8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E80DA3-5742-FE3E-F960-A35E21B37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A7ECC5-C0D2-61F0-01E2-15660272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EE0DB5-07D5-1328-C58A-C1ACB61D6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F38A68-7CF4-0E5B-BA49-7C70153C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33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C8870-3D1A-A326-F12A-3BE9A61F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FFABE5-162D-42C0-AAB0-9951EF4A2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1CC68D-5523-4D9C-0CCA-5D35F2336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43699-7B1F-66F1-8DEE-305998E3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B39DE7-4FCA-B3F5-8D24-718FF2EB3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234FD5-9CEC-2270-7ACA-01C8D015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812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BE9FE-1921-C86D-3464-850CFF25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93D229-6DBE-5A0A-B34C-4D3E5E3C6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5C5EF6-25B9-600A-0DAC-A4A0FCCBF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0EBDE7-C504-791D-0BAC-D3EFA0880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962C32-B382-C7A6-BDEF-5C94F81C6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7F5EE5-A35F-CB71-AA0A-18A4D25EC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576D43-1A89-D2ED-59A7-3E4A2E25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55985E-110D-4C5B-7EBC-19E19531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338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04BE0-EA02-CD9B-BD6D-8F14D83E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B80991-D0B7-904C-CA88-65FB099A2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2800FF-3672-9FC2-7E8B-45AAB22EB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3667D0-6480-0316-C623-8682D77B2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15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F52264-A92C-ED73-433F-6F378CE5F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573441-DDAB-3BD3-47E0-0E678302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2C6723-810C-336D-CF4A-EFECEDCB7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9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5A6DF-6D9D-3395-E372-FE04313C6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AE1DD8-DB72-DC20-D3A9-C8F3EDB5F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707ABB-4FA1-0080-564C-FD0AEFECE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6992CE-AE2C-05C5-C8B5-CAC3DA61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8601EC-47E5-6F16-FEB6-E0AB10C5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079F0E-EB59-6347-E4A6-9CAFDD1E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643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A1369-F448-2947-67A1-E63C3E9D0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7A0320-D63E-52C5-28D2-F74E02AC6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513E1D-87C6-12C1-6E5C-CC10DB165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F06AA9-8DF3-E54D-8F82-DF060F0A6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11205B-5870-FE6B-4983-B9A4C6A7F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B10FB3-3D27-629B-531F-010953BC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560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F033A-5C7A-9048-6005-2C8A5E19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530207-47AD-68B4-5B33-973FBE5D2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354D7F-01B5-3B01-50E4-A1718D57E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2435C1-9C7D-F9E3-9814-51744278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5F3FB5-E4A3-5452-2225-2D64278A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72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91A528-F8BE-5500-E1FF-06DCF36E2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C2F16A-95A1-0B37-BA8F-77F862800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0BB393-5DC1-3A21-5281-FB5AE92FB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240AE0-99C5-F43D-FB15-A6A33B438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811321-3293-21F2-D6E7-91873B84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53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D01817-34C6-0D69-D29F-5827B610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1BC99E-FE4D-A849-F6BF-150B45690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25A728-0C17-2813-6225-3D760B4FD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B1D38-D28E-4505-94FD-0D0AD7D389D5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610EA-6259-DC23-7851-F54AFC48F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899CE-8EAD-28E3-0DA1-E425E2696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1BD2E-86CC-4864-8167-2F7C2D2EA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18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2B58F00-5F05-3900-C2F2-6F721E2FD0C8}"/>
              </a:ext>
            </a:extLst>
          </p:cNvPr>
          <p:cNvSpPr/>
          <p:nvPr/>
        </p:nvSpPr>
        <p:spPr>
          <a:xfrm>
            <a:off x="8739739" y="4600876"/>
            <a:ext cx="875899" cy="14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09D435-A218-A662-1959-639389C3FDD3}"/>
              </a:ext>
            </a:extLst>
          </p:cNvPr>
          <p:cNvSpPr txBox="1"/>
          <p:nvPr/>
        </p:nvSpPr>
        <p:spPr>
          <a:xfrm>
            <a:off x="8624236" y="4565343"/>
            <a:ext cx="99140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8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Qwen3.7-plus</a:t>
            </a:r>
            <a:endParaRPr lang="zh-CN" altLang="en-US" sz="8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9C2D18-7E10-946F-8E9B-83A96F101002}"/>
              </a:ext>
            </a:extLst>
          </p:cNvPr>
          <p:cNvSpPr/>
          <p:nvPr/>
        </p:nvSpPr>
        <p:spPr>
          <a:xfrm>
            <a:off x="4783756" y="1203158"/>
            <a:ext cx="616017" cy="14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8A103F-F523-89D6-76B6-C8DD43B6B238}"/>
              </a:ext>
            </a:extLst>
          </p:cNvPr>
          <p:cNvSpPr txBox="1"/>
          <p:nvPr/>
        </p:nvSpPr>
        <p:spPr>
          <a:xfrm>
            <a:off x="4783756" y="1203158"/>
            <a:ext cx="6160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蓝牙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12CF5F1-8D11-80EB-6196-7917762572D2}"/>
              </a:ext>
            </a:extLst>
          </p:cNvPr>
          <p:cNvGrpSpPr/>
          <p:nvPr/>
        </p:nvGrpSpPr>
        <p:grpSpPr>
          <a:xfrm>
            <a:off x="6478" y="325354"/>
            <a:ext cx="12185522" cy="6371924"/>
            <a:chOff x="6478" y="144379"/>
            <a:chExt cx="12185522" cy="637192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358F52F-B01C-AB82-B28B-46EB638C8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087"/>
            <a:stretch>
              <a:fillRect/>
            </a:stretch>
          </p:blipFill>
          <p:spPr>
            <a:xfrm>
              <a:off x="6478" y="144379"/>
              <a:ext cx="12185522" cy="637192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572E7EF-F3BC-75B8-EEF1-A64B0F5AA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0739" y="4360245"/>
              <a:ext cx="1640852" cy="108284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72C96311-115E-88C2-570F-AB7E6B8DB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91425" y="4360245"/>
              <a:ext cx="902751" cy="903853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29671082-B6A6-47A8-9B9D-46FED812F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55" r="13579"/>
            <a:stretch>
              <a:fillRect/>
            </a:stretch>
          </p:blipFill>
          <p:spPr>
            <a:xfrm>
              <a:off x="231708" y="1318574"/>
              <a:ext cx="718768" cy="1021405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5A3722B2-1E27-A6FF-F3C9-A32329BD8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70739" y="1829276"/>
              <a:ext cx="778446" cy="1241621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FFAE874-AEDC-7F10-9C41-3F3A39C3E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96" t="4179" r="13668" b="8704"/>
            <a:stretch>
              <a:fillRect/>
            </a:stretch>
          </p:blipFill>
          <p:spPr>
            <a:xfrm rot="10800000">
              <a:off x="126932" y="3070897"/>
              <a:ext cx="778447" cy="859115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9FA4AC5-405E-64DE-ACD4-8D4470DD35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157" y="18471"/>
            <a:ext cx="2118434" cy="8980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19958F0-E57A-370B-8618-5F3238592D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049" y="100936"/>
            <a:ext cx="1448002" cy="60968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C07B21F-07F0-84E9-45C1-325BFED3F9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394" y="162663"/>
            <a:ext cx="2772162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41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8609575-F19F-96E0-2CB9-56926BF76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111"/>
            <a:ext cx="12192000" cy="64077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1FD722-BE12-0D69-52B3-3C054D058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67" b="94889" l="4965" r="95272">
                        <a14:foregroundMark x1="23168" y1="16222" x2="26241" y2="17111"/>
                        <a14:foregroundMark x1="13002" y1="24889" x2="22459" y2="21111"/>
                        <a14:foregroundMark x1="32861" y1="14667" x2="34515" y2="14667"/>
                        <a14:foregroundMark x1="11584" y1="33333" x2="4965" y2="54444"/>
                        <a14:foregroundMark x1="8274" y1="60667" x2="5437" y2="82667"/>
                        <a14:foregroundMark x1="4965" y1="85333" x2="13948" y2="86667"/>
                        <a14:foregroundMark x1="38534" y1="85111" x2="52246" y2="86667"/>
                        <a14:foregroundMark x1="60520" y1="88667" x2="73050" y2="89111"/>
                        <a14:foregroundMark x1="81087" y1="90444" x2="87234" y2="89333"/>
                        <a14:foregroundMark x1="78251" y1="95333" x2="83924" y2="94444"/>
                        <a14:foregroundMark x1="91726" y1="35333" x2="86052" y2="56667"/>
                        <a14:foregroundMark x1="13002" y1="11778" x2="24586" y2="14889"/>
                        <a14:foregroundMark x1="66903" y1="12222" x2="75650" y2="15111"/>
                        <a14:foregroundMark x1="63121" y1="11778" x2="70686" y2="11556"/>
                        <a14:foregroundMark x1="59338" y1="10667" x2="69976" y2="11556"/>
                        <a14:foregroundMark x1="63830" y1="8667" x2="76596" y2="10000"/>
                        <a14:foregroundMark x1="58865" y1="8444" x2="75650" y2="10667"/>
                        <a14:foregroundMark x1="87470" y1="18889" x2="95508" y2="23333"/>
                        <a14:foregroundMark x1="62411" y1="6667" x2="78723" y2="10000"/>
                        <a14:foregroundMark x1="38534" y1="94000" x2="49409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25" y="5511349"/>
            <a:ext cx="734127" cy="780986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68C50A1-6B87-C84A-039B-E2E3B3D52B16}"/>
              </a:ext>
            </a:extLst>
          </p:cNvPr>
          <p:cNvCxnSpPr/>
          <p:nvPr/>
        </p:nvCxnSpPr>
        <p:spPr>
          <a:xfrm flipV="1">
            <a:off x="1885950" y="5200650"/>
            <a:ext cx="647700" cy="4095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30F90EA8-DD57-E4E3-0DD8-9CA4381FBB04}"/>
              </a:ext>
            </a:extLst>
          </p:cNvPr>
          <p:cNvSpPr/>
          <p:nvPr/>
        </p:nvSpPr>
        <p:spPr>
          <a:xfrm>
            <a:off x="10788650" y="3625850"/>
            <a:ext cx="666750" cy="171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66099E-8CFC-9254-6241-2C48F7CD8530}"/>
              </a:ext>
            </a:extLst>
          </p:cNvPr>
          <p:cNvSpPr txBox="1"/>
          <p:nvPr/>
        </p:nvSpPr>
        <p:spPr>
          <a:xfrm>
            <a:off x="10706100" y="3625850"/>
            <a:ext cx="850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MDK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9A76A6-D41C-A506-F090-125ADD0C4213}"/>
              </a:ext>
            </a:extLst>
          </p:cNvPr>
          <p:cNvSpPr/>
          <p:nvPr/>
        </p:nvSpPr>
        <p:spPr>
          <a:xfrm>
            <a:off x="7924800" y="1219199"/>
            <a:ext cx="2238375" cy="1101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483103-2AA5-6AFC-2E95-B5D2A3CF9931}"/>
              </a:ext>
            </a:extLst>
          </p:cNvPr>
          <p:cNvSpPr/>
          <p:nvPr/>
        </p:nvSpPr>
        <p:spPr>
          <a:xfrm>
            <a:off x="10351294" y="5511349"/>
            <a:ext cx="1560512" cy="550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424AF726-A27B-AD8D-5541-C2FB6FC8DEEB}"/>
              </a:ext>
            </a:extLst>
          </p:cNvPr>
          <p:cNvSpPr/>
          <p:nvPr/>
        </p:nvSpPr>
        <p:spPr>
          <a:xfrm>
            <a:off x="5874618" y="4138861"/>
            <a:ext cx="622433" cy="413887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66F474-3A5F-56FB-8445-88EDCE363583}"/>
              </a:ext>
            </a:extLst>
          </p:cNvPr>
          <p:cNvSpPr txBox="1"/>
          <p:nvPr/>
        </p:nvSpPr>
        <p:spPr>
          <a:xfrm>
            <a:off x="342198" y="5786780"/>
            <a:ext cx="734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Aspro</a:t>
            </a: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语音模块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1FEF55-2C09-C439-43F1-B571114E11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755" b="63269" l="8519" r="32778">
                        <a14:foregroundMark x1="14907" y1="46883" x2="20463" y2="52570"/>
                        <a14:foregroundMark x1="12037" y1="48905" x2="15370" y2="58003"/>
                        <a14:foregroundMark x1="15370" y1="58003" x2="15556" y2="57751"/>
                        <a14:foregroundMark x1="24259" y1="45114" x2="30648" y2="54844"/>
                        <a14:foregroundMark x1="30648" y1="54844" x2="12685" y2="59688"/>
                        <a14:foregroundMark x1="12037" y1="60194" x2="11481" y2="63100"/>
                        <a14:foregroundMark x1="17963" y1="63269" x2="23796" y2="62763"/>
                        <a14:foregroundMark x1="12685" y1="43682" x2="28056" y2="43471"/>
                        <a14:foregroundMark x1="28056" y1="43471" x2="29167" y2="43471"/>
                        <a14:foregroundMark x1="12685" y1="43387" x2="29907" y2="42755"/>
                        <a14:foregroundMark x1="29907" y1="42755" x2="30093" y2="42881"/>
                        <a14:foregroundMark x1="31296" y1="60404" x2="15741" y2="60994"/>
                        <a14:foregroundMark x1="16944" y1="62511" x2="27778" y2="618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84" t="41752" r="63986" b="36144"/>
          <a:stretch>
            <a:fillRect/>
          </a:stretch>
        </p:blipFill>
        <p:spPr>
          <a:xfrm>
            <a:off x="1076325" y="1628174"/>
            <a:ext cx="952500" cy="124005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16FE006-0F4A-4E65-2089-08AD777122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755" b="63269" l="8519" r="32778">
                        <a14:foregroundMark x1="14907" y1="46883" x2="20463" y2="52570"/>
                        <a14:foregroundMark x1="12037" y1="48905" x2="15370" y2="58003"/>
                        <a14:foregroundMark x1="15370" y1="58003" x2="15556" y2="57751"/>
                        <a14:foregroundMark x1="24259" y1="45114" x2="30648" y2="54844"/>
                        <a14:foregroundMark x1="30648" y1="54844" x2="12685" y2="59688"/>
                        <a14:foregroundMark x1="12037" y1="60194" x2="11481" y2="63100"/>
                        <a14:foregroundMark x1="17963" y1="63269" x2="23796" y2="62763"/>
                        <a14:foregroundMark x1="12685" y1="43682" x2="28056" y2="43471"/>
                        <a14:foregroundMark x1="28056" y1="43471" x2="29167" y2="43471"/>
                        <a14:foregroundMark x1="12685" y1="43387" x2="29907" y2="42755"/>
                        <a14:foregroundMark x1="29907" y1="42755" x2="30093" y2="42881"/>
                        <a14:foregroundMark x1="31296" y1="60404" x2="15741" y2="60994"/>
                        <a14:foregroundMark x1="16944" y1="62511" x2="27778" y2="618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84" t="41752" r="63986" b="36144"/>
          <a:stretch>
            <a:fillRect/>
          </a:stretch>
        </p:blipFill>
        <p:spPr>
          <a:xfrm>
            <a:off x="9972675" y="1765547"/>
            <a:ext cx="952500" cy="124005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788DBB9-36A6-6CA5-E16E-4164B7927E41}"/>
              </a:ext>
            </a:extLst>
          </p:cNvPr>
          <p:cNvSpPr txBox="1"/>
          <p:nvPr/>
        </p:nvSpPr>
        <p:spPr>
          <a:xfrm>
            <a:off x="1076325" y="1362903"/>
            <a:ext cx="22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STM32U575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0DD817-57DA-F995-A188-D826623A7FA1}"/>
              </a:ext>
            </a:extLst>
          </p:cNvPr>
          <p:cNvSpPr txBox="1"/>
          <p:nvPr/>
        </p:nvSpPr>
        <p:spPr>
          <a:xfrm>
            <a:off x="9953625" y="1448741"/>
            <a:ext cx="22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STM32U575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231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87C6B34-0C99-4A86-F181-F5D66D28A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17" y="423787"/>
            <a:ext cx="3025830" cy="6811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3F8545A-128C-53CA-62FE-3959C9736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07" y="1466850"/>
            <a:ext cx="2945940" cy="26491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B70A038-5E0A-B4E8-99BF-2C3223A3E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134" y="110620"/>
            <a:ext cx="3114778" cy="33242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0330AB3-4219-099A-6E69-43744DD47F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600" y="3815999"/>
            <a:ext cx="2412730" cy="29313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DBAEF7F-BF9D-F241-07CE-A408CE81F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989" y="110620"/>
            <a:ext cx="4175804" cy="325102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34F7A67-1E6F-3B80-E646-A63ABB7F3D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17" y="4210049"/>
            <a:ext cx="4455863" cy="239561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851DA16-AE61-C022-1C1B-B9ECF89E81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444" y="3858504"/>
            <a:ext cx="3684224" cy="288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F2404D1-7A83-AC12-9E45-4F402DFF3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821" y="1667211"/>
            <a:ext cx="6430272" cy="11431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706BD2-B487-3BE5-3C61-2ED0C5AA0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005" y="2810371"/>
            <a:ext cx="5334744" cy="76210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5277EAB-BE20-498C-7C4E-EA08F79FCC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189" y="724104"/>
            <a:ext cx="6477904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510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91FC58083123BC9E2D4635C4291820956B7412BDCE612C3F2F9D6F646FCCFC04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14</Words>
  <Application>Microsoft Office PowerPoint</Application>
  <PresentationFormat>宽屏</PresentationFormat>
  <Paragraphs>7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HarmonyOS Sans SC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乐晨 郭</dc:creator>
  <cp:lastModifiedBy>乐晨 郭</cp:lastModifiedBy>
  <cp:revision>6</cp:revision>
  <dcterms:created xsi:type="dcterms:W3CDTF">2026-07-08T14:14:27Z</dcterms:created>
  <dcterms:modified xsi:type="dcterms:W3CDTF">2026-07-17T18:30:05Z</dcterms:modified>
</cp:coreProperties>
</file>